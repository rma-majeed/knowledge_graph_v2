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cost trajectory to CFO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Updated Q3 2025 data — verify with client before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- Toyota leads in hybrid technology</a:t>
            </a:r>
          </a:p>
          <a:p>
            <a:r>
              <a:t>- Battery costs declining 15% per year</a:t>
            </a:r>
          </a:p>
          <a:p>
            <a:r>
              <a:t>- 800V architecture is next inflection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Market share analysis</a:t>
            </a:r>
          </a:p>
          <a:p/>
          <a:p>
            <a:r>
              <a:t>BYD has captured 35% of China EV market. Tesla maintains 18% global share. Legacy OEMs collectively hold 47%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 Sales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Battery Partner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Panasonic / Prime Planet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Samsung SDI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